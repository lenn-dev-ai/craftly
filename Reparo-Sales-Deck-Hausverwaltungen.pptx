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5029200"/>
            <a:ext cx="3200400" cy="320040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HAUSVERWALTUNGEN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Reparo.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i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Schadensmanagement,</a:t>
            </a:r>
            <a:endParaRPr lang="en-US" sz="3800" dirty="0"/>
          </a:p>
          <a:p>
            <a:pPr indent="0" marL="0">
              <a:buNone/>
            </a:pPr>
            <a:r>
              <a:rPr lang="en-US" sz="3800" i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 gedacht.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49377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Mieter-Anruf bis zur Handwerker-Rechnung — in einem Tool.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GmbH (i.G.)  •  reparo-app.de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Schadenskoordination kostet Sie zu viel Zeit.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109728" cy="338328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 viel Zeit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Telefonieren mit Mietern,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Koordination mit Handwerkern,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Nachfassen bei Terminen 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stundenlang, jede Woche.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2011680"/>
            <a:ext cx="109728" cy="338328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 wenig Vergleich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54880" y="34747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Akut-Schäden wird oft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erstverfügbare Handwerker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beauftragt — nicht der beste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besten Preis.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35661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2011680"/>
            <a:ext cx="109728" cy="338328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468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 wenig Übersicht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595360" y="347472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Excel-Listen, E-Mails, Anrufe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Outlook — Tickets gehen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verloren, Mieter rufen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dritten Mal an.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Klingt bekannt? In jedem Gespräch mit Hausverwaltungen hören wir genau das. Wenn Sie es anders erleben, sagen Sie uns gerne worin der Unterschied liegt.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 •  Schadensmanagement für Hausverwaltungen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Heute läuft das so — und es nervt.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25880" y="2194560"/>
            <a:ext cx="640080" cy="64008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Mieter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ruft 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nehmen ab,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notieren auf Zettel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2514600"/>
            <a:ext cx="457200" cy="0"/>
          </a:xfrm>
          <a:prstGeom prst="line">
            <a:avLst/>
          </a:prstGeom>
          <a:noFill/>
          <a:ln w="25400">
            <a:solidFill>
              <a:srgbClr val="D4A93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2194560"/>
            <a:ext cx="640080" cy="64008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Excel-Liste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8036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Tabellenzeile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hinzufügen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2514600"/>
            <a:ext cx="457200" cy="0"/>
          </a:xfrm>
          <a:prstGeom prst="line">
            <a:avLst/>
          </a:prstGeom>
          <a:noFill/>
          <a:ln w="25400">
            <a:solidFill>
              <a:srgbClr val="D4A93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9320" y="2194560"/>
            <a:ext cx="640080" cy="64008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1208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Handwerker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anrufen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1208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kann?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hat Zeit?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2514600"/>
            <a:ext cx="457200" cy="0"/>
          </a:xfrm>
          <a:prstGeom prst="line">
            <a:avLst/>
          </a:prstGeom>
          <a:noFill/>
          <a:ln w="25400">
            <a:solidFill>
              <a:srgbClr val="D4A93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2194560"/>
            <a:ext cx="640080" cy="64008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54380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koordinieren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4380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Mieter und HW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gleichzeitig erreichen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72600" y="2514600"/>
            <a:ext cx="457200" cy="0"/>
          </a:xfrm>
          <a:prstGeom prst="line">
            <a:avLst/>
          </a:prstGeom>
          <a:noFill/>
          <a:ln w="25400">
            <a:solidFill>
              <a:srgbClr val="D4A93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652760" y="2194560"/>
            <a:ext cx="640080" cy="64008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527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875520" y="3017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Rechnung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prüfen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875520" y="3886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Plausibel?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Wohnung richtig?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Ergebnis: </a:t>
            </a:r>
            <a:pPr indent="0" marL="0">
              <a:buNone/>
            </a:pPr>
            <a:r>
              <a:rPr lang="en-US" sz="16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vergessene Tickets, schlechte Vergabe-Entscheidungen, frustrierte Mieter — und Sie als Bottleneck.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 •  Schadensmanagement für Hausverwaltungen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Reparo erledigt die Koordination — Sie behalten die Kontrolle.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37360" y="2423160"/>
            <a:ext cx="1188720" cy="118872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Verwalter trägt ein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Mieter ruft an, Sie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tippen 30 Sekunden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 Reparo-Wizard.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 klassifiziert.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69080" y="3840480"/>
            <a:ext cx="274320" cy="0"/>
          </a:xfrm>
          <a:prstGeom prst="line">
            <a:avLst/>
          </a:prstGeom>
          <a:noFill/>
          <a:ln w="38100">
            <a:solidFill>
              <a:srgbClr val="D4A93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89120" y="2011680"/>
            <a:ext cx="3566160" cy="365760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423160"/>
            <a:ext cx="1188720" cy="1188720"/>
          </a:xfrm>
          <a:prstGeom prst="ellipse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66344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Reparo macht Auktion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Passende Handwerker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Ihrer Region bieten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automatisch. Sie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sehen Preis &amp; Termin.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09560" y="3840480"/>
            <a:ext cx="274320" cy="0"/>
          </a:xfrm>
          <a:prstGeom prst="line">
            <a:avLst/>
          </a:prstGeom>
          <a:noFill/>
          <a:ln w="38100">
            <a:solidFill>
              <a:srgbClr val="D4A93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201168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18320" y="2423160"/>
            <a:ext cx="1188720" cy="118872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0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50392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 vergeben mit 1 Klick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503920" y="4480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Bestes Angebot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akzeptieren — HW wird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 beauftragt,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Mieter informiert.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 Tagen werden Minuten. Aus Bauchgefühl wird Vergleich.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 •  Schadensmanagement für Hausverwaltungen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Reparo anders macht: ein echter Handwerker-Marktplatz.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Vergessen Sie »ich frag mal Harald«.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90779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bietet Ihre Aufträge automatisch an passende Handwerker in Ihrer Region aus.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365760" cy="36576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62102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geben Preis, Termin und Aufwand verbindlich ab — innerhalb der gewählten Auktions-Dauer (12h bei Notfällen, 72h bei Planbar).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52544"/>
            <a:ext cx="365760" cy="36576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433425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sehen alle Angebote nebeneinander und entscheiden mit einem Klick.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65776"/>
            <a:ext cx="365760" cy="36576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065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50474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Beauftragung läuft rechtssicher über Reparo. Die Rechnung kommt direkt zu Ihnen.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0" y="2011680"/>
            <a:ext cx="4754880" cy="420624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Auktion läuft  •  noch 14h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2651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Spülkasten WC undicht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32320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Musterstraße 12, 14055 Berlin · Whg 3B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0" y="3566160"/>
            <a:ext cx="4206240" cy="777240"/>
          </a:xfrm>
          <a:prstGeom prst="rect">
            <a:avLst/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3657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Müller GbR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 ★  ·  morgen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37033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248 €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7132320" y="4434840"/>
            <a:ext cx="4206240" cy="777240"/>
          </a:xfrm>
          <a:prstGeom prst="rect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Schmidt Sanitär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0" y="4846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4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★  ·  Di Vormittag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0" y="4572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275 €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601200" y="4937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300" kern="0" dirty="0">
                <a:solidFill>
                  <a:srgbClr val="0F4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EMPFOHLEN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32320" y="5303520"/>
            <a:ext cx="4206240" cy="777240"/>
          </a:xfrm>
          <a:prstGeom prst="rect">
            <a:avLst/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5394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Heimwerker24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15200" y="5715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★  ·  Fr nachmittag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01200" y="5440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199 €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 •  Schadensmanagement für Hausverwaltungen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INTELLIGENZ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 macht aus Aufgaben Antworten.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9144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Automatische Klassifikation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tippen »Heizung läuft nicht«. Reparo erkennt Gewerk, Dringlichkeit, vermutete Ursache und ordnet zu.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2011680"/>
            <a:ext cx="5486400" cy="9144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2402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Realistische Preisspanne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0" y="27889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50.000+ Aufträgen lernt unsere Engine die übliche Preisrange für jedes Gewerk in Ihrer Region.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069080"/>
            <a:ext cx="5486400" cy="9144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97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Vorbereitete Diagnose-Fragen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4846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schlägt Ihnen die richtigen Fragen vor — damit Sie beim Mieter-Anruf nichts vergessen.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4069080"/>
            <a:ext cx="54864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4069080"/>
            <a:ext cx="5486400" cy="9144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297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Voice-AI (Q3 2026)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83680" y="4846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Mieter ruft Sie an — Sie verbinden zu Reparo, KI führt das Gespräch, erstellt Ticket. Coming soon.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 •  Schadensmanagement für Hausverwaltungen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MARKT-POSITION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 Reparo sich vom Markt unterscheidet.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2377440"/>
                <a:gridCol w="22860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Reparo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Klassisches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Verwalter-Tool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Excel + Telefon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AF7F0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(Status quo)</a:t>
                      </a:r>
                      <a:endParaRPr lang="en-US" sz="11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D3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Digitale Schadens-Erfassung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Wizard + Voice-AI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meist Mieter-App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Zettel oder Outlook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Auktions-Marktplatz für HW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ja, vollautomatisch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selten / manuell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KI-Klassifikation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ja, beim Tippen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selten enthalten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Preisspannen-Vorschlag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ja, datengetrieben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Bauchgefühl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Bulk-Wohnungs-Import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Excel/CSV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meist 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= Quelle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Time-to-Vergabe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Stunden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Tage bis Wochen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D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Onboarding-Dauer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unter 1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 Wochen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6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97880"/>
            <a:ext cx="11064240" cy="594360"/>
          </a:xfrm>
          <a:prstGeom prst="rect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8978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entscheidende Unterschied: Auktions-Marktplatz statt manuelle Handwerker-Suche.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 •  Schadensmanagement für Hausverwaltungen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Transparent, pro Wohnung, ohne Mindestlaufzeit.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50 Wohnungen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108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1,29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/ Wohnung / Monat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Alle Kern-Features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818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E-Mail-Support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111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Bulk-Import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566160" cy="420624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691640"/>
            <a:ext cx="1371600" cy="365760"/>
          </a:xfrm>
          <a:prstGeom prst="rect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BELIEBT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6344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51–500 Wohnungen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108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4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0,89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6344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 / Wohnung / Monat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Alle Kern-Features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4818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Voice-AI inkl. (Q3)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5111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Priorisierter Support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5404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API-Zugang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182880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503920" y="2103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0392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Wohnungen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31089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8503920" y="4114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Volumen-Rabatte &amp; SLA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Alle Pro-Features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95360" y="48188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SLA-Garantie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95360" y="51114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Onboarding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95360" y="54041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optional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Erste 30 Tage gratis. Kein Setup-Fee. Monatlich kündbar.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 •  Schadensmanagement für Hausverwaltungen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0 auf produktiv — in einem Nachmittag.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005840" cy="50292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0:00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51560" y="2514600"/>
            <a:ext cx="0" cy="274320"/>
          </a:xfrm>
          <a:prstGeom prst="line">
            <a:avLst/>
          </a:prstGeom>
          <a:noFill/>
          <a:ln w="25400">
            <a:solidFill>
              <a:srgbClr val="D4A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011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Account anlegen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828800" y="2331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Passwort, Stammdaten. 2 Minuten.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005840" cy="50292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88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0:15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51560" y="3291840"/>
            <a:ext cx="0" cy="274320"/>
          </a:xfrm>
          <a:prstGeom prst="line">
            <a:avLst/>
          </a:prstGeom>
          <a:noFill/>
          <a:ln w="25400">
            <a:solidFill>
              <a:srgbClr val="D4A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2788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Wohnungs-Bestand hochladen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828800" y="3108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oder CSV mit Adressen, PLZ, Wohnungs-Bezeichnung. Reparo importiert in Minuten.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005840" cy="50292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66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0:45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4069080"/>
            <a:ext cx="0" cy="274320"/>
          </a:xfrm>
          <a:prstGeom prst="line">
            <a:avLst/>
          </a:prstGeom>
          <a:noFill/>
          <a:ln w="25400">
            <a:solidFill>
              <a:srgbClr val="D4A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0" y="35661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Handwerker einladen oder Marktplatz nutzen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2880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bestehenden Stamm-HW per Link einladen — oder Reparo's HW-Netzwerk nutzen.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005840" cy="50292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3434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51560" y="4846320"/>
            <a:ext cx="0" cy="274320"/>
          </a:xfrm>
          <a:prstGeom prst="line">
            <a:avLst/>
          </a:prstGeom>
          <a:noFill/>
          <a:ln w="25400">
            <a:solidFill>
              <a:srgbClr val="D4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43434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Erstes Test-Ticket anlegen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28800" y="4663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tippen einen Übungs-Schaden ein, prüfen Auktion + Vergabe-Flow.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120640"/>
            <a:ext cx="1005840" cy="50292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206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1:30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51206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Live-Betrieb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828800" y="5440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Mieter melden sich (wie gewohnt), Sie nehmen in Reparo auf. Fertig.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 •  Schadensmanagement für Hausverwaltungen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SICHERHEIT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Datenschutz ist die Grundlage, nicht die Kür.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91440" cy="1828800"/>
          </a:xfrm>
          <a:prstGeom prst="rect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Hosting EU-only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Daten auf Servern in Frankfurt (Supabase EU + Netlify EU-Edge). Kein Transfer in Drittländer.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192024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1920240"/>
            <a:ext cx="91440" cy="1828800"/>
          </a:xfrm>
          <a:prstGeom prst="rect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DSGVO-konform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560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AVV-Vertrag bereit. Löschkonzepte dokumentiert. TOMs nach Art. 32 implementiert.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192024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1920240"/>
            <a:ext cx="91440" cy="1828800"/>
          </a:xfrm>
          <a:prstGeom prst="rect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148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Zugriffskontrolle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25603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Row-Level-Security in der Datenbank. Jeder sieht nur seine eigenen Daten — technisch erzwungen, nicht nur per UI.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931920"/>
            <a:ext cx="91440" cy="1828800"/>
          </a:xfrm>
          <a:prstGeom prst="rect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Verschlüsselung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4572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in Transit. AES-256 at Rest. Passwörter mit bcrypt + Salt + HIBP-Check.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39319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9120" y="3931920"/>
            <a:ext cx="91440" cy="1828800"/>
          </a:xfrm>
          <a:prstGeom prst="rect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Audit-Log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4572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sensible Aktion (Vergabe, Datenexport, Löschung) wird unveränderlich geloggt.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3931920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0" y="3931920"/>
            <a:ext cx="91440" cy="1828800"/>
          </a:xfrm>
          <a:prstGeom prst="rect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 &amp; Recovery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49640" y="4572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Stündliche Backups, 30 Tage Retention. Restore-Test monatlich.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 •  Schadensmanagement für Hausverwaltungen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RECHENBEISPIEL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kann Reparo bei 200 Wohnungen einsparen?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Beispielrechnung mit illustrativen Annahmen — Ihre tatsächlichen Werte ermitteln wir gemeinsam in der Demo.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411480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Reparo-Pro für 200 Wohnungen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Wohnungen × 0,89 €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3474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178 € / Mon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(einmalig)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38862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97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Setup-Fee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0 €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846320"/>
            <a:ext cx="4937760" cy="0"/>
          </a:xfrm>
          <a:prstGeom prst="line">
            <a:avLst/>
          </a:prstGeom>
          <a:noFill/>
          <a:ln w="12700">
            <a:solidFill>
              <a:srgbClr val="D4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029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/ Jahr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5029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2.136 €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09360" y="2103120"/>
            <a:ext cx="5303520" cy="4114800"/>
          </a:xfrm>
          <a:prstGeom prst="rect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3317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ERSPARNIS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Sie zurückbekommen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Zeitersparnis (Annahme 3h / Woche)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0" y="3474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6.240 €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Bessere HW-Preise (Annahme 12% Ø)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4.500 €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4297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Reklamationen (Annahme 30%)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0" y="4297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1.800 €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83680" y="4846320"/>
            <a:ext cx="4754880" cy="0"/>
          </a:xfrm>
          <a:prstGeom prst="line">
            <a:avLst/>
          </a:prstGeom>
          <a:noFill/>
          <a:ln w="12700">
            <a:solidFill>
              <a:srgbClr val="D4A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5029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Total / Jahr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0" y="5029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4A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12.540 €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Selbst bei konservativer Schätzung: deutlich mehr Rückfluss als Investition.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F4D39"/>
          </a:solidFill>
          <a:ln w="12700">
            <a:solidFill>
              <a:srgbClr val="0F4D3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 •  Schadensmanagement für Hausverwaltungen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83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A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A7A5A"/>
          </a:solidFill>
          <a:ln w="12700">
            <a:solidFill>
              <a:srgbClr val="1A7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4114800"/>
            <a:ext cx="4572000" cy="4572000"/>
          </a:xfrm>
          <a:prstGeom prst="ellipse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AF7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Minuten. Live an Ihrem Bestand.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8E6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kompakte Demo — mit Ihren Wohnungen, Ihrer Praxis.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10698480" cy="1828800"/>
          </a:xfrm>
          <a:prstGeom prst="rect">
            <a:avLst/>
          </a:prstGeom>
          <a:solidFill>
            <a:srgbClr val="FAF7F0"/>
          </a:solidFill>
          <a:ln w="12700">
            <a:solidFill>
              <a:srgbClr val="FAF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114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Lennart  ·  Gründer Reparo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4617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4617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[deine E-Mail vor Versand einsetzen]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983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4983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reparo-app.netlify.app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5349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5349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auf Anfrage — innerhalb 24h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0" y="4297680"/>
            <a:ext cx="3474720" cy="1280160"/>
          </a:xfrm>
          <a:prstGeom prst="rect">
            <a:avLst/>
          </a:prstGeom>
          <a:solidFill>
            <a:srgbClr val="D4A93B"/>
          </a:solidFill>
          <a:ln w="12700">
            <a:solidFill>
              <a:srgbClr val="D4A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0" y="42976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4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buchen →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C8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Reparo GmbH (i.G.)  •  Berlin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Reparo — Schadensmanagement für Hausverwaltungen</dc:title>
  <dc:subject>PptxGenJS Presentation</dc:subject>
  <dc:creator>Reparo</dc:creator>
  <cp:lastModifiedBy>Reparo</cp:lastModifiedBy>
  <cp:revision>1</cp:revision>
  <dcterms:created xsi:type="dcterms:W3CDTF">2026-05-22T20:43:22Z</dcterms:created>
  <dcterms:modified xsi:type="dcterms:W3CDTF">2026-05-22T20:43:22Z</dcterms:modified>
</cp:coreProperties>
</file>